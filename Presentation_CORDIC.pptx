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80" r:id="rId3"/>
    <p:sldId id="282" r:id="rId4"/>
    <p:sldId id="281" r:id="rId5"/>
    <p:sldId id="283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5" r:id="rId15"/>
    <p:sldId id="272" r:id="rId16"/>
    <p:sldId id="277" r:id="rId17"/>
    <p:sldId id="278" r:id="rId18"/>
    <p:sldId id="279" r:id="rId19"/>
    <p:sldId id="261" r:id="rId20"/>
    <p:sldId id="284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42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8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0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1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4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3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5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4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2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9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2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8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0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F3F42-B707-4016-84D8-E5D775A838C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96AEF-9128-4C02-9924-B90ACB0DC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4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20259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/>
              <a:t>CORDIC ALGORITHM</a:t>
            </a:r>
            <a:endParaRPr lang="en-US" sz="5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" y="8862"/>
            <a:ext cx="12192000" cy="685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2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5560" cy="6858000"/>
          </a:xfrm>
        </p:spPr>
      </p:pic>
      <p:sp>
        <p:nvSpPr>
          <p:cNvPr id="6" name="TextBox 5"/>
          <p:cNvSpPr txBox="1"/>
          <p:nvPr/>
        </p:nvSpPr>
        <p:spPr>
          <a:xfrm>
            <a:off x="3034146" y="4130943"/>
            <a:ext cx="3890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CORDIC MODES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892830" y="5303520"/>
            <a:ext cx="3890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CORDIC APPLICATIONS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8038408" y="1690688"/>
            <a:ext cx="38903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FPGA </a:t>
            </a:r>
            <a:r>
              <a:rPr lang="en-US" sz="2800" dirty="0" smtClean="0"/>
              <a:t>IMPLMENTATION OF SINE &amp; COSINE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8038407" y="2915695"/>
            <a:ext cx="38903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CORDIC MULTIPLICATION AND DIVISION</a:t>
            </a:r>
            <a:endParaRPr lang="en-US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8038407" y="4222865"/>
            <a:ext cx="3890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FUTURE SCOPES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891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5560" cy="6858000"/>
          </a:xfrm>
        </p:spPr>
      </p:pic>
    </p:spTree>
    <p:extLst>
      <p:ext uri="{BB962C8B-B14F-4D97-AF65-F5344CB8AC3E}">
        <p14:creationId xmlns:p14="http://schemas.microsoft.com/office/powerpoint/2010/main" val="260183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92000" cy="685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0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92000" cy="685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5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3646"/>
          <a:stretch/>
        </p:blipFill>
        <p:spPr>
          <a:xfrm>
            <a:off x="1634412" y="922713"/>
            <a:ext cx="8889501" cy="571724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68632" y="224444"/>
            <a:ext cx="6209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ROTATIONAL MODE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45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002" y="1053222"/>
            <a:ext cx="8411038" cy="5566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571" y="199053"/>
            <a:ext cx="9685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Micro rotations in rotational mode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89045" y="814873"/>
            <a:ext cx="101143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90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6523"/>
          <a:stretch/>
        </p:blipFill>
        <p:spPr>
          <a:xfrm>
            <a:off x="793513" y="1165251"/>
            <a:ext cx="10690871" cy="51856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84269" y="0"/>
            <a:ext cx="5428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VECTOR MODE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6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24" y="907474"/>
            <a:ext cx="8628777" cy="5898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7873" y="199053"/>
            <a:ext cx="9685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Micro rotations in vector mode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989045" y="814873"/>
            <a:ext cx="101143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38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75" y="840212"/>
            <a:ext cx="8656153" cy="594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1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-224444"/>
            <a:ext cx="12277898" cy="7082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527" y="824727"/>
            <a:ext cx="9248843" cy="592051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08960" y="116841"/>
            <a:ext cx="5677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CORDIC MODES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87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411" y="823157"/>
            <a:ext cx="9511403" cy="587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2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2097" b="7741"/>
          <a:stretch/>
        </p:blipFill>
        <p:spPr>
          <a:xfrm>
            <a:off x="1133816" y="721109"/>
            <a:ext cx="10146556" cy="592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6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91441"/>
            <a:ext cx="12277898" cy="708244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1500072"/>
            <a:ext cx="11782268" cy="4409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4306" y="194691"/>
            <a:ext cx="10823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baseline="-25000" dirty="0" smtClean="0">
                <a:solidFill>
                  <a:schemeClr val="bg1"/>
                </a:solidFill>
              </a:rPr>
              <a:t>Computation of Sine and cosine using Cordic rotational mode </a:t>
            </a:r>
            <a:endParaRPr lang="en-US" sz="4800" b="1" baseline="-25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9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57996"/>
            <a:ext cx="12277898" cy="70824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149" y="2205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Datapath for Cordic in rotational mode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Application – Sine and cosine functions</a:t>
            </a:r>
            <a:endParaRPr lang="en-US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94" y="1824713"/>
            <a:ext cx="10282064" cy="437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1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340" y="421171"/>
            <a:ext cx="9633664" cy="62343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340" y="493046"/>
            <a:ext cx="1103518" cy="52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3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Datapath for Cordic in </a:t>
            </a:r>
            <a:r>
              <a:rPr lang="en-US" sz="4800" dirty="0" smtClean="0"/>
              <a:t>linear</a:t>
            </a:r>
            <a:r>
              <a:rPr lang="en-US" sz="4800" dirty="0" smtClean="0"/>
              <a:t> </a:t>
            </a:r>
            <a:r>
              <a:rPr lang="en-US" sz="4800" dirty="0" smtClean="0"/>
              <a:t>mode</a:t>
            </a:r>
            <a:br>
              <a:rPr lang="en-US" sz="4800" dirty="0" smtClean="0"/>
            </a:br>
            <a:r>
              <a:rPr lang="en-US" sz="2800" dirty="0" smtClean="0">
                <a:solidFill>
                  <a:srgbClr val="0070C0"/>
                </a:solidFill>
              </a:rPr>
              <a:t>Application – </a:t>
            </a:r>
            <a:r>
              <a:rPr lang="en-US" sz="2800" dirty="0" smtClean="0">
                <a:solidFill>
                  <a:srgbClr val="0070C0"/>
                </a:solidFill>
              </a:rPr>
              <a:t>Multiplication</a:t>
            </a:r>
            <a:r>
              <a:rPr lang="en-US" sz="2800" dirty="0" smtClean="0">
                <a:solidFill>
                  <a:srgbClr val="0070C0"/>
                </a:solidFill>
              </a:rPr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and </a:t>
            </a:r>
            <a:r>
              <a:rPr lang="en-US" sz="2800" dirty="0" smtClean="0">
                <a:solidFill>
                  <a:srgbClr val="0070C0"/>
                </a:solidFill>
              </a:rPr>
              <a:t>division</a:t>
            </a:r>
            <a:r>
              <a:rPr lang="en-US" sz="2800" dirty="0" smtClean="0">
                <a:solidFill>
                  <a:srgbClr val="0070C0"/>
                </a:solidFill>
              </a:rPr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functions</a:t>
            </a:r>
            <a:endParaRPr lang="en-US" sz="4800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94" y="1602334"/>
            <a:ext cx="10282064" cy="43719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8844" y="3768271"/>
            <a:ext cx="560614" cy="1538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" dirty="0" smtClean="0"/>
              <a:t>CORDIC_LM_TOP</a:t>
            </a:r>
            <a:endParaRPr lang="en-US" sz="500" dirty="0"/>
          </a:p>
        </p:txBody>
      </p:sp>
      <p:sp>
        <p:nvSpPr>
          <p:cNvPr id="7" name="TextBox 6"/>
          <p:cNvSpPr txBox="1"/>
          <p:nvPr/>
        </p:nvSpPr>
        <p:spPr>
          <a:xfrm>
            <a:off x="1808844" y="4301669"/>
            <a:ext cx="667656" cy="1538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" dirty="0" smtClean="0"/>
              <a:t>CORDIC_LM_TOP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99720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7898" cy="708244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81149" y="229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solidFill>
                  <a:schemeClr val="bg1"/>
                </a:solidFill>
              </a:rPr>
              <a:t>Future scopes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26" y="1494509"/>
            <a:ext cx="10755074" cy="480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3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47" y="207818"/>
            <a:ext cx="10866120" cy="64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9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04914" cy="68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7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224444"/>
            <a:ext cx="12277898" cy="708244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76670" y="2581469"/>
            <a:ext cx="844109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smtClean="0"/>
              <a:t>THANK YOU!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390786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76</Words>
  <Application>Microsoft Office PowerPoint</Application>
  <PresentationFormat>Widescreen</PresentationFormat>
  <Paragraphs>18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CORDIC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Datapath for Cordic in rotational mode Application – Sine and cosine functions</vt:lpstr>
      <vt:lpstr>PowerPoint Presentation</vt:lpstr>
      <vt:lpstr>Datapath for Cordic in linear mode Application – Multiplication and division functions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banjare</dc:creator>
  <cp:lastModifiedBy>ankit banjare</cp:lastModifiedBy>
  <cp:revision>27</cp:revision>
  <dcterms:created xsi:type="dcterms:W3CDTF">2025-04-16T06:48:49Z</dcterms:created>
  <dcterms:modified xsi:type="dcterms:W3CDTF">2025-05-16T01:45:40Z</dcterms:modified>
</cp:coreProperties>
</file>